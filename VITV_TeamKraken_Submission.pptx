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2FB0C-5078-454B-A5F2-8C246E06D338}" v="10" dt="2026-09-30T17:45:19.043"/>
    <p1510:client id="{3DCCA9A2-5CF5-4866-BD06-D25F7C40C35D}" v="22" dt="2026-09-30T18:13:21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0777" autoAdjust="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Yadav" userId="351b4f6f67043bcf" providerId="LiveId" clId="{3E0E2DF5-6C46-4FA5-A5B1-0858EE71B332}"/>
    <pc:docChg chg="undo custSel modSld">
      <pc:chgData name="Kartik Yadav" userId="351b4f6f67043bcf" providerId="LiveId" clId="{3E0E2DF5-6C46-4FA5-A5B1-0858EE71B332}" dt="2026-09-30T18:13:22.336" v="215"/>
      <pc:docMkLst>
        <pc:docMk/>
      </pc:docMkLst>
      <pc:sldChg chg="modSp mod">
        <pc:chgData name="Kartik Yadav" userId="351b4f6f67043bcf" providerId="LiveId" clId="{3E0E2DF5-6C46-4FA5-A5B1-0858EE71B332}" dt="2026-09-30T17:54:35.823" v="137" actId="20577"/>
        <pc:sldMkLst>
          <pc:docMk/>
          <pc:sldMk cId="0" sldId="256"/>
        </pc:sldMkLst>
        <pc:spChg chg="mod">
          <ac:chgData name="Kartik Yadav" userId="351b4f6f67043bcf" providerId="LiveId" clId="{3E0E2DF5-6C46-4FA5-A5B1-0858EE71B332}" dt="2026-09-30T17:47:52.154" v="13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4:32.061" v="13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4:35.823" v="137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4:26.846" v="132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Kartik Yadav" userId="351b4f6f67043bcf" providerId="LiveId" clId="{3E0E2DF5-6C46-4FA5-A5B1-0858EE71B332}" dt="2026-09-30T17:42:15.277" v="14" actId="1076"/>
        <pc:sldMkLst>
          <pc:docMk/>
          <pc:sldMk cId="0" sldId="257"/>
        </pc:sldMkLst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15.277" v="14" actId="1076"/>
          <ac:spMkLst>
            <pc:docMk/>
            <pc:sldMk cId="0" sldId="257"/>
            <ac:spMk id="20" creationId="{00000000-0000-0000-0000-000000000000}"/>
          </ac:spMkLst>
        </pc:spChg>
        <pc:spChg chg="del">
          <ac:chgData name="Kartik Yadav" userId="351b4f6f67043bcf" providerId="LiveId" clId="{3E0E2DF5-6C46-4FA5-A5B1-0858EE71B332}" dt="2026-09-30T17:42:10.174" v="13" actId="478"/>
          <ac:spMkLst>
            <pc:docMk/>
            <pc:sldMk cId="0" sldId="257"/>
            <ac:spMk id="21" creationId="{00000000-0000-0000-0000-000000000000}"/>
          </ac:spMkLst>
        </pc:spChg>
      </pc:sldChg>
      <pc:sldChg chg="addSp delSp modSp mod">
        <pc:chgData name="Kartik Yadav" userId="351b4f6f67043bcf" providerId="LiveId" clId="{3E0E2DF5-6C46-4FA5-A5B1-0858EE71B332}" dt="2026-09-30T18:04:05.102" v="202" actId="1076"/>
        <pc:sldMkLst>
          <pc:docMk/>
          <pc:sldMk cId="0" sldId="258"/>
        </pc:sldMkLst>
        <pc:spChg chg="mod">
          <ac:chgData name="Kartik Yadav" userId="351b4f6f67043bcf" providerId="LiveId" clId="{3E0E2DF5-6C46-4FA5-A5B1-0858EE71B332}" dt="2026-09-30T17:42:31.845" v="1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2:41.538" v="18" actId="108"/>
          <ac:spMkLst>
            <pc:docMk/>
            <pc:sldMk cId="0" sldId="258"/>
            <ac:spMk id="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3:32.920" v="190" actId="1076"/>
          <ac:spMkLst>
            <pc:docMk/>
            <pc:sldMk cId="0" sldId="258"/>
            <ac:spMk id="10" creationId="{00000000-0000-0000-0000-000000000000}"/>
          </ac:spMkLst>
        </pc:spChg>
        <pc:spChg chg="del">
          <ac:chgData name="Kartik Yadav" userId="351b4f6f67043bcf" providerId="LiveId" clId="{3E0E2DF5-6C46-4FA5-A5B1-0858EE71B332}" dt="2026-09-30T18:03:40.613" v="192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3:59.757" v="200" actId="21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Kartik Yadav" userId="351b4f6f67043bcf" providerId="LiveId" clId="{3E0E2DF5-6C46-4FA5-A5B1-0858EE71B332}" dt="2026-09-30T18:03:53.150" v="196"/>
          <ac:spMkLst>
            <pc:docMk/>
            <pc:sldMk cId="0" sldId="258"/>
            <ac:spMk id="13" creationId="{77689943-E8E7-D55B-FA7A-54E04C57F6AE}"/>
          </ac:spMkLst>
        </pc:spChg>
        <pc:spChg chg="add mod">
          <ac:chgData name="Kartik Yadav" userId="351b4f6f67043bcf" providerId="LiveId" clId="{3E0E2DF5-6C46-4FA5-A5B1-0858EE71B332}" dt="2026-09-30T18:04:05.102" v="202" actId="1076"/>
          <ac:spMkLst>
            <pc:docMk/>
            <pc:sldMk cId="0" sldId="258"/>
            <ac:spMk id="14" creationId="{222B31D9-339B-0CE9-6C73-83EEED51FDA6}"/>
          </ac:spMkLst>
        </pc:spChg>
      </pc:sldChg>
      <pc:sldChg chg="modSp mod">
        <pc:chgData name="Kartik Yadav" userId="351b4f6f67043bcf" providerId="LiveId" clId="{3E0E2DF5-6C46-4FA5-A5B1-0858EE71B332}" dt="2026-09-30T17:43:07.523" v="22" actId="108"/>
        <pc:sldMkLst>
          <pc:docMk/>
          <pc:sldMk cId="0" sldId="259"/>
        </pc:sldMkLst>
        <pc:spChg chg="mod">
          <ac:chgData name="Kartik Yadav" userId="351b4f6f67043bcf" providerId="LiveId" clId="{3E0E2DF5-6C46-4FA5-A5B1-0858EE71B332}" dt="2026-09-30T17:43:07.523" v="22" actId="108"/>
          <ac:spMkLst>
            <pc:docMk/>
            <pc:sldMk cId="0" sldId="259"/>
            <ac:spMk id="27" creationId="{00000000-0000-0000-0000-000000000000}"/>
          </ac:spMkLst>
        </pc:spChg>
      </pc:sldChg>
      <pc:sldChg chg="addSp delSp modSp mod">
        <pc:chgData name="Kartik Yadav" userId="351b4f6f67043bcf" providerId="LiveId" clId="{3E0E2DF5-6C46-4FA5-A5B1-0858EE71B332}" dt="2026-09-30T17:56:19.318" v="158" actId="14100"/>
        <pc:sldMkLst>
          <pc:docMk/>
          <pc:sldMk cId="0" sldId="260"/>
        </pc:sldMkLst>
        <pc:spChg chg="del">
          <ac:chgData name="Kartik Yadav" userId="351b4f6f67043bcf" providerId="LiveId" clId="{3E0E2DF5-6C46-4FA5-A5B1-0858EE71B332}" dt="2026-09-30T17:43:26.404" v="25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Kartik Yadav" userId="351b4f6f67043bcf" providerId="LiveId" clId="{3E0E2DF5-6C46-4FA5-A5B1-0858EE71B332}" dt="2026-09-30T17:55:21.351" v="142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Kartik Yadav" userId="351b4f6f67043bcf" providerId="LiveId" clId="{3E0E2DF5-6C46-4FA5-A5B1-0858EE71B332}" dt="2026-09-30T17:55:21.351" v="142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Kartik Yadav" userId="351b4f6f67043bcf" providerId="LiveId" clId="{3E0E2DF5-6C46-4FA5-A5B1-0858EE71B332}" dt="2026-09-30T17:43:16.598" v="23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26.852" v="144" actId="164"/>
          <ac:spMkLst>
            <pc:docMk/>
            <pc:sldMk cId="0" sldId="260"/>
            <ac:spMk id="2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26.852" v="144" actId="164"/>
          <ac:spMkLst>
            <pc:docMk/>
            <pc:sldMk cId="0" sldId="260"/>
            <ac:spMk id="2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34.437" v="147" actId="164"/>
          <ac:spMkLst>
            <pc:docMk/>
            <pc:sldMk cId="0" sldId="260"/>
            <ac:spMk id="2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34.437" v="147" actId="164"/>
          <ac:spMkLst>
            <pc:docMk/>
            <pc:sldMk cId="0" sldId="260"/>
            <ac:spMk id="3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42.377" v="150" actId="16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5:42.377" v="150" actId="164"/>
          <ac:spMkLst>
            <pc:docMk/>
            <pc:sldMk cId="0" sldId="260"/>
            <ac:spMk id="34" creationId="{00000000-0000-0000-0000-000000000000}"/>
          </ac:spMkLst>
        </pc:spChg>
        <pc:spChg chg="del mod">
          <ac:chgData name="Kartik Yadav" userId="351b4f6f67043bcf" providerId="LiveId" clId="{3E0E2DF5-6C46-4FA5-A5B1-0858EE71B332}" dt="2026-09-30T17:55:12.866" v="138" actId="478"/>
          <ac:spMkLst>
            <pc:docMk/>
            <pc:sldMk cId="0" sldId="260"/>
            <ac:spMk id="35" creationId="{00000000-0000-0000-0000-000000000000}"/>
          </ac:spMkLst>
        </pc:spChg>
        <pc:spChg chg="del mod">
          <ac:chgData name="Kartik Yadav" userId="351b4f6f67043bcf" providerId="LiveId" clId="{3E0E2DF5-6C46-4FA5-A5B1-0858EE71B332}" dt="2026-09-30T17:55:17.424" v="140" actId="478"/>
          <ac:spMkLst>
            <pc:docMk/>
            <pc:sldMk cId="0" sldId="260"/>
            <ac:spMk id="36" creationId="{00000000-0000-0000-0000-000000000000}"/>
          </ac:spMkLst>
        </pc:spChg>
        <pc:grpChg chg="add mod">
          <ac:chgData name="Kartik Yadav" userId="351b4f6f67043bcf" providerId="LiveId" clId="{3E0E2DF5-6C46-4FA5-A5B1-0858EE71B332}" dt="2026-09-30T17:56:01.934" v="154" actId="14100"/>
          <ac:grpSpMkLst>
            <pc:docMk/>
            <pc:sldMk cId="0" sldId="260"/>
            <ac:grpSpMk id="3" creationId="{34ED1DB7-115D-E44E-745D-F2332C1AC656}"/>
          </ac:grpSpMkLst>
        </pc:grpChg>
        <pc:grpChg chg="add mod">
          <ac:chgData name="Kartik Yadav" userId="351b4f6f67043bcf" providerId="LiveId" clId="{3E0E2DF5-6C46-4FA5-A5B1-0858EE71B332}" dt="2026-09-30T17:55:38.087" v="149" actId="1076"/>
          <ac:grpSpMkLst>
            <pc:docMk/>
            <pc:sldMk cId="0" sldId="260"/>
            <ac:grpSpMk id="5" creationId="{CF4A8223-1D48-6CBC-ABED-DE35F965A883}"/>
          </ac:grpSpMkLst>
        </pc:grpChg>
        <pc:grpChg chg="add mod">
          <ac:chgData name="Kartik Yadav" userId="351b4f6f67043bcf" providerId="LiveId" clId="{3E0E2DF5-6C46-4FA5-A5B1-0858EE71B332}" dt="2026-09-30T17:56:19.318" v="158" actId="14100"/>
          <ac:grpSpMkLst>
            <pc:docMk/>
            <pc:sldMk cId="0" sldId="260"/>
            <ac:grpSpMk id="6" creationId="{67E1C5FA-E615-2422-9487-900DB79D8D7F}"/>
          </ac:grpSpMkLst>
        </pc:grpChg>
        <pc:picChg chg="mod">
          <ac:chgData name="Kartik Yadav" userId="351b4f6f67043bcf" providerId="LiveId" clId="{3E0E2DF5-6C46-4FA5-A5B1-0858EE71B332}" dt="2026-09-30T17:55:26.852" v="144" actId="164"/>
          <ac:picMkLst>
            <pc:docMk/>
            <pc:sldMk cId="0" sldId="260"/>
            <ac:picMk id="27" creationId="{00000000-0000-0000-0000-000000000000}"/>
          </ac:picMkLst>
        </pc:picChg>
        <pc:picChg chg="mod">
          <ac:chgData name="Kartik Yadav" userId="351b4f6f67043bcf" providerId="LiveId" clId="{3E0E2DF5-6C46-4FA5-A5B1-0858EE71B332}" dt="2026-09-30T17:55:34.437" v="147" actId="164"/>
          <ac:picMkLst>
            <pc:docMk/>
            <pc:sldMk cId="0" sldId="260"/>
            <ac:picMk id="30" creationId="{00000000-0000-0000-0000-000000000000}"/>
          </ac:picMkLst>
        </pc:picChg>
        <pc:picChg chg="mod">
          <ac:chgData name="Kartik Yadav" userId="351b4f6f67043bcf" providerId="LiveId" clId="{3E0E2DF5-6C46-4FA5-A5B1-0858EE71B332}" dt="2026-09-30T17:55:42.377" v="150" actId="164"/>
          <ac:picMkLst>
            <pc:docMk/>
            <pc:sldMk cId="0" sldId="260"/>
            <ac:picMk id="33" creationId="{00000000-0000-0000-0000-000000000000}"/>
          </ac:picMkLst>
        </pc:picChg>
      </pc:sldChg>
      <pc:sldChg chg="modSp">
        <pc:chgData name="Kartik Yadav" userId="351b4f6f67043bcf" providerId="LiveId" clId="{3E0E2DF5-6C46-4FA5-A5B1-0858EE71B332}" dt="2026-09-30T18:01:37.231" v="188"/>
        <pc:sldMkLst>
          <pc:docMk/>
          <pc:sldMk cId="0" sldId="261"/>
        </pc:sldMkLst>
        <pc:spChg chg="mod">
          <ac:chgData name="Kartik Yadav" userId="351b4f6f67043bcf" providerId="LiveId" clId="{3E0E2DF5-6C46-4FA5-A5B1-0858EE71B332}" dt="2026-09-30T18:01:37.231" v="188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Kartik Yadav" userId="351b4f6f67043bcf" providerId="LiveId" clId="{3E0E2DF5-6C46-4FA5-A5B1-0858EE71B332}" dt="2026-09-30T18:01:02.280" v="184"/>
        <pc:sldMkLst>
          <pc:docMk/>
          <pc:sldMk cId="0" sldId="262"/>
        </pc:sldMkLst>
        <pc:spChg chg="mod">
          <ac:chgData name="Kartik Yadav" userId="351b4f6f67043bcf" providerId="LiveId" clId="{3E0E2DF5-6C46-4FA5-A5B1-0858EE71B332}" dt="2026-09-30T17:43:36.894" v="26" actId="108"/>
          <ac:spMkLst>
            <pc:docMk/>
            <pc:sldMk cId="0" sldId="262"/>
            <ac:spMk id="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1:02.280" v="184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Kartik Yadav" userId="351b4f6f67043bcf" providerId="LiveId" clId="{3E0E2DF5-6C46-4FA5-A5B1-0858EE71B332}" dt="2026-09-30T18:01:17.290" v="186" actId="108"/>
        <pc:sldMkLst>
          <pc:docMk/>
          <pc:sldMk cId="0" sldId="263"/>
        </pc:sldMkLst>
        <pc:spChg chg="mod">
          <ac:chgData name="Kartik Yadav" userId="351b4f6f67043bcf" providerId="LiveId" clId="{3E0E2DF5-6C46-4FA5-A5B1-0858EE71B332}" dt="2026-09-30T17:43:58.334" v="34" actId="108"/>
          <ac:spMkLst>
            <pc:docMk/>
            <pc:sldMk cId="0" sldId="263"/>
            <ac:spMk id="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1:17.290" v="186" actId="108"/>
          <ac:spMkLst>
            <pc:docMk/>
            <pc:sldMk cId="0" sldId="263"/>
            <ac:spMk id="12" creationId="{00000000-0000-0000-0000-000000000000}"/>
          </ac:spMkLst>
        </pc:spChg>
      </pc:sldChg>
      <pc:sldChg chg="addSp modSp mod">
        <pc:chgData name="Kartik Yadav" userId="351b4f6f67043bcf" providerId="LiveId" clId="{3E0E2DF5-6C46-4FA5-A5B1-0858EE71B332}" dt="2026-09-30T18:01:26.619" v="187"/>
        <pc:sldMkLst>
          <pc:docMk/>
          <pc:sldMk cId="0" sldId="264"/>
        </pc:sldMkLst>
        <pc:spChg chg="mod">
          <ac:chgData name="Kartik Yadav" userId="351b4f6f67043bcf" providerId="LiveId" clId="{3E0E2DF5-6C46-4FA5-A5B1-0858EE71B332}" dt="2026-09-30T17:44:38.974" v="53"/>
          <ac:spMkLst>
            <pc:docMk/>
            <pc:sldMk cId="0" sldId="264"/>
            <ac:spMk id="5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4:36.375" v="51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4:49.277" v="57" actId="6549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4:51.601" v="58" actId="6549"/>
          <ac:spMkLst>
            <pc:docMk/>
            <pc:sldMk cId="0" sldId="264"/>
            <ac:spMk id="15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5:54.272" v="82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4:53.274" v="59" actId="6549"/>
          <ac:spMkLst>
            <pc:docMk/>
            <pc:sldMk cId="0" sldId="264"/>
            <ac:spMk id="20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4:54.771" v="60" actId="6549"/>
          <ac:spMkLst>
            <pc:docMk/>
            <pc:sldMk cId="0" sldId="264"/>
            <ac:spMk id="25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1:26.619" v="187"/>
          <ac:spMkLst>
            <pc:docMk/>
            <pc:sldMk cId="0" sldId="264"/>
            <ac:spMk id="27" creationId="{00000000-0000-0000-0000-000000000000}"/>
          </ac:spMkLst>
        </pc:spChg>
        <pc:spChg chg="add mod">
          <ac:chgData name="Kartik Yadav" userId="351b4f6f67043bcf" providerId="LiveId" clId="{3E0E2DF5-6C46-4FA5-A5B1-0858EE71B332}" dt="2026-09-30T17:45:24.022" v="68" actId="20577"/>
          <ac:spMkLst>
            <pc:docMk/>
            <pc:sldMk cId="0" sldId="264"/>
            <ac:spMk id="30" creationId="{6360B625-41F0-19E7-DC46-688052CCF265}"/>
          </ac:spMkLst>
        </pc:spChg>
        <pc:spChg chg="add mod">
          <ac:chgData name="Kartik Yadav" userId="351b4f6f67043bcf" providerId="LiveId" clId="{3E0E2DF5-6C46-4FA5-A5B1-0858EE71B332}" dt="2026-09-30T17:45:42.053" v="79" actId="1035"/>
          <ac:spMkLst>
            <pc:docMk/>
            <pc:sldMk cId="0" sldId="264"/>
            <ac:spMk id="31" creationId="{28EBF0DE-37FE-1485-493B-427ABBCE7605}"/>
          </ac:spMkLst>
        </pc:spChg>
        <pc:spChg chg="add mod">
          <ac:chgData name="Kartik Yadav" userId="351b4f6f67043bcf" providerId="LiveId" clId="{3E0E2DF5-6C46-4FA5-A5B1-0858EE71B332}" dt="2026-09-30T17:45:28.959" v="70" actId="20577"/>
          <ac:spMkLst>
            <pc:docMk/>
            <pc:sldMk cId="0" sldId="264"/>
            <ac:spMk id="32" creationId="{502D27B7-F2FD-CEE0-2EAC-2896C1C9B4B0}"/>
          </ac:spMkLst>
        </pc:spChg>
        <pc:spChg chg="add mod">
          <ac:chgData name="Kartik Yadav" userId="351b4f6f67043bcf" providerId="LiveId" clId="{3E0E2DF5-6C46-4FA5-A5B1-0858EE71B332}" dt="2026-09-30T17:45:31.729" v="71" actId="20577"/>
          <ac:spMkLst>
            <pc:docMk/>
            <pc:sldMk cId="0" sldId="264"/>
            <ac:spMk id="33" creationId="{3CD51CDF-E67B-36ED-83D7-6E7286036AD6}"/>
          </ac:spMkLst>
        </pc:spChg>
      </pc:sldChg>
      <pc:sldChg chg="modSp mod">
        <pc:chgData name="Kartik Yadav" userId="351b4f6f67043bcf" providerId="LiveId" clId="{3E0E2DF5-6C46-4FA5-A5B1-0858EE71B332}" dt="2026-09-30T17:47:10.151" v="124" actId="1076"/>
        <pc:sldMkLst>
          <pc:docMk/>
          <pc:sldMk cId="0" sldId="265"/>
        </pc:sldMkLst>
        <pc:spChg chg="mod">
          <ac:chgData name="Kartik Yadav" userId="351b4f6f67043bcf" providerId="LiveId" clId="{3E0E2DF5-6C46-4FA5-A5B1-0858EE71B332}" dt="2026-09-30T17:46:33.209" v="95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09.187" v="90" actId="108"/>
          <ac:spMkLst>
            <pc:docMk/>
            <pc:sldMk cId="0" sldId="265"/>
            <ac:spMk id="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00.880" v="113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12.514" v="91" actId="10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38.505" v="100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05.803" v="89" actId="108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04.864" v="118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15.521" v="92" actId="108"/>
          <ac:spMkLst>
            <pc:docMk/>
            <pc:sldMk cId="0" sldId="265"/>
            <ac:spMk id="23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52.937" v="106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01.476" v="88" actId="40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10.151" v="124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24.059" v="94" actId="108"/>
          <ac:spMkLst>
            <pc:docMk/>
            <pc:sldMk cId="0" sldId="265"/>
            <ac:spMk id="32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6:19.257" v="93" actId="108"/>
          <ac:spMkLst>
            <pc:docMk/>
            <pc:sldMk cId="0" sldId="265"/>
            <ac:spMk id="33" creationId="{00000000-0000-0000-0000-000000000000}"/>
          </ac:spMkLst>
        </pc:spChg>
      </pc:sldChg>
      <pc:sldChg chg="addSp delSp modSp mod">
        <pc:chgData name="Kartik Yadav" userId="351b4f6f67043bcf" providerId="LiveId" clId="{3E0E2DF5-6C46-4FA5-A5B1-0858EE71B332}" dt="2026-09-30T18:04:54.036" v="212" actId="1076"/>
        <pc:sldMkLst>
          <pc:docMk/>
          <pc:sldMk cId="0" sldId="266"/>
        </pc:sldMkLst>
        <pc:spChg chg="del">
          <ac:chgData name="Kartik Yadav" userId="351b4f6f67043bcf" providerId="LiveId" clId="{3E0E2DF5-6C46-4FA5-A5B1-0858EE71B332}" dt="2026-09-30T17:47:25.339" v="127" actId="478"/>
          <ac:spMkLst>
            <pc:docMk/>
            <pc:sldMk cId="0" sldId="266"/>
            <ac:spMk id="3" creationId="{00000000-0000-0000-0000-000000000000}"/>
          </ac:spMkLst>
        </pc:spChg>
        <pc:spChg chg="add del mod">
          <ac:chgData name="Kartik Yadav" userId="351b4f6f67043bcf" providerId="LiveId" clId="{3E0E2DF5-6C46-4FA5-A5B1-0858EE71B332}" dt="2026-09-30T18:04:23.657" v="204" actId="478"/>
          <ac:spMkLst>
            <pc:docMk/>
            <pc:sldMk cId="0" sldId="266"/>
            <ac:spMk id="3" creationId="{35DD9ADD-B4B5-83B6-AF91-879F85043DE7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0:34.179" v="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24" creationId="{00000000-0000-0000-0000-000000000000}"/>
          </ac:spMkLst>
        </pc:spChg>
        <pc:spChg chg="del">
          <ac:chgData name="Kartik Yadav" userId="351b4f6f67043bcf" providerId="LiveId" clId="{3E0E2DF5-6C46-4FA5-A5B1-0858EE71B332}" dt="2026-09-30T18:04:42.598" v="207" actId="478"/>
          <ac:spMkLst>
            <pc:docMk/>
            <pc:sldMk cId="0" sldId="266"/>
            <ac:spMk id="26" creationId="{00000000-0000-0000-0000-000000000000}"/>
          </ac:spMkLst>
        </pc:spChg>
        <pc:spChg chg="mod">
          <ac:chgData name="Kartik Yadav" userId="351b4f6f67043bcf" providerId="LiveId" clId="{3E0E2DF5-6C46-4FA5-A5B1-0858EE71B332}" dt="2026-09-30T18:04:45.028" v="208" actId="6549"/>
          <ac:spMkLst>
            <pc:docMk/>
            <pc:sldMk cId="0" sldId="266"/>
            <ac:spMk id="27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57:42.507" v="182" actId="34135"/>
          <ac:spMkLst>
            <pc:docMk/>
            <pc:sldMk cId="0" sldId="266"/>
            <ac:spMk id="28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Kartik Yadav" userId="351b4f6f67043bcf" providerId="LiveId" clId="{3E0E2DF5-6C46-4FA5-A5B1-0858EE71B332}" dt="2026-09-30T17:47:23.339" v="126" actId="1076"/>
          <ac:spMkLst>
            <pc:docMk/>
            <pc:sldMk cId="0" sldId="266"/>
            <ac:spMk id="33" creationId="{00000000-0000-0000-0000-000000000000}"/>
          </ac:spMkLst>
        </pc:spChg>
        <pc:spChg chg="del">
          <ac:chgData name="Kartik Yadav" userId="351b4f6f67043bcf" providerId="LiveId" clId="{3E0E2DF5-6C46-4FA5-A5B1-0858EE71B332}" dt="2026-09-30T17:47:17.944" v="125" actId="478"/>
          <ac:spMkLst>
            <pc:docMk/>
            <pc:sldMk cId="0" sldId="266"/>
            <ac:spMk id="34" creationId="{00000000-0000-0000-0000-000000000000}"/>
          </ac:spMkLst>
        </pc:spChg>
        <pc:spChg chg="add mod">
          <ac:chgData name="Kartik Yadav" userId="351b4f6f67043bcf" providerId="LiveId" clId="{3E0E2DF5-6C46-4FA5-A5B1-0858EE71B332}" dt="2026-09-30T18:04:51.177" v="211" actId="164"/>
          <ac:spMkLst>
            <pc:docMk/>
            <pc:sldMk cId="0" sldId="266"/>
            <ac:spMk id="34" creationId="{4B85C821-7F67-065B-93EF-0202F9F83461}"/>
          </ac:spMkLst>
        </pc:spChg>
        <pc:spChg chg="del">
          <ac:chgData name="Kartik Yadav" userId="351b4f6f67043bcf" providerId="LiveId" clId="{3E0E2DF5-6C46-4FA5-A5B1-0858EE71B332}" dt="2026-09-30T17:47:17.944" v="125" actId="478"/>
          <ac:spMkLst>
            <pc:docMk/>
            <pc:sldMk cId="0" sldId="266"/>
            <ac:spMk id="35" creationId="{00000000-0000-0000-0000-000000000000}"/>
          </ac:spMkLst>
        </pc:spChg>
        <pc:spChg chg="add mod">
          <ac:chgData name="Kartik Yadav" userId="351b4f6f67043bcf" providerId="LiveId" clId="{3E0E2DF5-6C46-4FA5-A5B1-0858EE71B332}" dt="2026-09-30T18:04:51.177" v="211" actId="164"/>
          <ac:spMkLst>
            <pc:docMk/>
            <pc:sldMk cId="0" sldId="266"/>
            <ac:spMk id="35" creationId="{C0CEEA13-C2C6-AFFF-B763-476AB6C8683C}"/>
          </ac:spMkLst>
        </pc:spChg>
        <pc:spChg chg="add mod">
          <ac:chgData name="Kartik Yadav" userId="351b4f6f67043bcf" providerId="LiveId" clId="{3E0E2DF5-6C46-4FA5-A5B1-0858EE71B332}" dt="2026-09-30T17:40:06.120" v="3" actId="571"/>
          <ac:spMkLst>
            <pc:docMk/>
            <pc:sldMk cId="0" sldId="266"/>
            <ac:spMk id="37" creationId="{B74DD359-6604-E70C-35BB-6AD858862E25}"/>
          </ac:spMkLst>
        </pc:spChg>
        <pc:grpChg chg="add mod">
          <ac:chgData name="Kartik Yadav" userId="351b4f6f67043bcf" providerId="LiveId" clId="{3E0E2DF5-6C46-4FA5-A5B1-0858EE71B332}" dt="2026-09-30T18:04:54.036" v="212" actId="1076"/>
          <ac:grpSpMkLst>
            <pc:docMk/>
            <pc:sldMk cId="0" sldId="266"/>
            <ac:grpSpMk id="37" creationId="{B44529F5-7820-F165-8D0C-EA36A1941210}"/>
          </ac:grpSpMkLst>
        </pc:grpChg>
      </pc:sldChg>
      <pc:sldChg chg="addSp delSp modSp mod">
        <pc:chgData name="Kartik Yadav" userId="351b4f6f67043bcf" providerId="LiveId" clId="{3E0E2DF5-6C46-4FA5-A5B1-0858EE71B332}" dt="2026-09-30T18:13:22.336" v="215"/>
        <pc:sldMkLst>
          <pc:docMk/>
          <pc:sldMk cId="0" sldId="267"/>
        </pc:sldMkLst>
        <pc:spChg chg="add del mod">
          <ac:chgData name="Kartik Yadav" userId="351b4f6f67043bcf" providerId="LiveId" clId="{3E0E2DF5-6C46-4FA5-A5B1-0858EE71B332}" dt="2026-09-30T18:13:22.336" v="215"/>
          <ac:spMkLst>
            <pc:docMk/>
            <pc:sldMk cId="0" sldId="267"/>
            <ac:spMk id="5" creationId="{40C12B55-A587-CEBC-708E-5C1385C5F396}"/>
          </ac:spMkLst>
        </pc:spChg>
        <pc:spChg chg="mod">
          <ac:chgData name="Kartik Yadav" userId="351b4f6f67043bcf" providerId="LiveId" clId="{3E0E2DF5-6C46-4FA5-A5B1-0858EE71B332}" dt="2026-09-30T17:41:00.411" v="12" actId="1076"/>
          <ac:spMkLst>
            <pc:docMk/>
            <pc:sldMk cId="0" sldId="267"/>
            <ac:spMk id="6" creationId="{00000000-0000-0000-0000-000000000000}"/>
          </ac:spMkLst>
        </pc:spChg>
        <pc:spChg chg="del">
          <ac:chgData name="Kartik Yadav" userId="351b4f6f67043bcf" providerId="LiveId" clId="{3E0E2DF5-6C46-4FA5-A5B1-0858EE71B332}" dt="2026-09-30T17:40:56.071" v="11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Kartik Yadav" userId="351b4f6f67043bcf" providerId="LiveId" clId="{3E0E2DF5-6C46-4FA5-A5B1-0858EE71B332}" dt="2026-09-30T17:40:54.161" v="10" actId="478"/>
          <ac:spMkLst>
            <pc:docMk/>
            <pc:sldMk cId="0" sldId="267"/>
            <ac:spMk id="8" creationId="{00000000-0000-0000-0000-000000000000}"/>
          </ac:spMkLst>
        </pc:spChg>
        <pc:picChg chg="mod modCrop">
          <ac:chgData name="Kartik Yadav" userId="351b4f6f67043bcf" providerId="LiveId" clId="{3E0E2DF5-6C46-4FA5-A5B1-0858EE71B332}" dt="2026-09-30T17:47:44.500" v="129" actId="1440"/>
          <ac:picMkLst>
            <pc:docMk/>
            <pc:sldMk cId="0" sldId="267"/>
            <ac:picMk id="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43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CUS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LOCUS / ClinicalAudit · Theme 04 · https://github.com/SagarNegi1/Locus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595360" y="651967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PRISM · Gen AI Hackathon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cEpTUA0IMhCuFKehLE-BHw70ZPRBk0N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21792" y="411480"/>
            <a:ext cx="2606040" cy="310896"/>
          </a:xfrm>
          <a:prstGeom prst="roundRect">
            <a:avLst>
              <a:gd name="adj" fmla="val 2058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94944" y="502920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SAMSUNG PRISM · GEN AI HACKATHON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1430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F2742"/>
                </a:solidFill>
              </a:rPr>
              <a:t>LOCUS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</a:rPr>
              <a:t>Citation-First Clinical Intelligence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450592"/>
            <a:ext cx="5303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Theme ID — 04: Streaming Live RAG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Team Name — Team Kraken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College Name — VITV / VIT Vellore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3639312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F7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</a:rPr>
              <a:t>REGISTERED MEMBERS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09651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72033"/>
                </a:solidFill>
              </a:rPr>
              <a:t>Sagar Negi - 25BIT0090</a:t>
            </a:r>
          </a:p>
          <a:p>
            <a:r>
              <a:rPr lang="en-US" sz="1100" dirty="0">
                <a:solidFill>
                  <a:srgbClr val="172033"/>
                </a:solidFill>
              </a:rPr>
              <a:t>Kartik Yadav - 25BEC0087</a:t>
            </a:r>
          </a:p>
          <a:p>
            <a:r>
              <a:rPr lang="en-US" sz="1100" dirty="0">
                <a:solidFill>
                  <a:srgbClr val="172033"/>
                </a:solidFill>
              </a:rPr>
              <a:t>Anuj Bohra - 25BDS0090</a:t>
            </a:r>
          </a:p>
          <a:p>
            <a:r>
              <a:rPr lang="en-US" sz="1100" dirty="0">
                <a:solidFill>
                  <a:srgbClr val="172033"/>
                </a:solidFill>
              </a:rPr>
              <a:t>Kavish Malhotra - 25BDS0065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54041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Submission GitHub link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https://github.com/SagarNegi1/Locus</a:t>
            </a:r>
            <a:endParaRPr lang="en-US" sz="1150" dirty="0"/>
          </a:p>
        </p:txBody>
      </p:sp>
      <p:pic>
        <p:nvPicPr>
          <p:cNvPr id="12" name="Image 0" descr="/mnt/data/final_ppt_assets/samsung_image1.png"/>
          <p:cNvPicPr>
            <a:picLocks noChangeAspect="1"/>
          </p:cNvPicPr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6583680" y="1005840"/>
            <a:ext cx="4663440" cy="46634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5623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Medical document intake · source-backed facts · human verification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Theme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04 — Streaming Live RAG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2F0FF"/>
          </a:solidFill>
          <a:ln w="12700">
            <a:solidFill>
              <a:srgbClr val="D9D0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</a:rPr>
              <a:t>What the theme asks for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063240" cy="3246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Understand whether an evolving utterance needs retrieval.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Split one natural request into multiple implied queries.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Fuse and rerank retrieved evidence into one grounded answer.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Use new details to refine the previous answer instead of restarting.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Keep memory session-scoped and retrieval inspectable.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298448"/>
            <a:ext cx="6903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920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</a:rPr>
              <a:t>How LOCUS maps the idea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92040" y="2212848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10912" y="233172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4DA2"/>
                </a:solidFill>
              </a:rPr>
              <a:t>Evidence corpus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2258568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Uploaded medical PDFs become the active evidence source.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3054096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EEF9F7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10912" y="317296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D95"/>
                </a:solidFill>
              </a:rPr>
              <a:t>Multi-intent 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10528" y="309981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Facts are grouped by diagnoses, medications, labs, allergies, procedures and timeline items.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3895344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10912" y="40142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4DA2"/>
                </a:solidFill>
              </a:rPr>
              <a:t>Grounding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10528" y="394106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Every important fact carries confidence + source page + normalized bounding box.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4736592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EEF9F7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10912" y="485546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D95"/>
                </a:solidFill>
              </a:rPr>
              <a:t>Refinement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10528" y="478231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A later detail should filter or update only affected facts while preserving valid evidence.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Existing Solutions &amp; Gaps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Why ordinary document AI is not enough for a clinical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FF8F1"/>
          </a:solidFill>
          <a:ln w="12700">
            <a:solidFill>
              <a:srgbClr val="F4D7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04672" y="1508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Typical AI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847088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• One opaque answer</a:t>
            </a:r>
          </a:p>
          <a:p>
            <a:r>
              <a:rPr lang="en-US" dirty="0"/>
              <a:t>• Weak or missing source traceability</a:t>
            </a:r>
          </a:p>
          <a:p>
            <a:r>
              <a:rPr lang="en-US" dirty="0"/>
              <a:t>• User must manually hunt through the PDF</a:t>
            </a:r>
          </a:p>
          <a:p>
            <a:r>
              <a:rPr lang="en-US" dirty="0"/>
              <a:t>• New details often trigger a full rerun</a:t>
            </a:r>
          </a:p>
          <a:p>
            <a:r>
              <a:rPr lang="en-US" dirty="0"/>
              <a:t>• Difficult to review safely in clinical contexts</a:t>
            </a:r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5FAFF"/>
          </a:solidFill>
          <a:ln w="12700">
            <a:solidFill>
              <a:srgbClr val="CFE0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35424" y="1508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</a:rPr>
              <a:t>Current LOCUS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35424" y="1847088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dirty="0"/>
              <a:t>• Structured extraction instead of free-form summary</a:t>
            </a:r>
            <a:br>
              <a:rPr dirty="0"/>
            </a:br>
            <a:r>
              <a:rPr dirty="0"/>
              <a:t>• Confidence labels on extracted facts</a:t>
            </a:r>
            <a:br>
              <a:rPr dirty="0"/>
            </a:br>
            <a:r>
              <a:rPr dirty="0"/>
              <a:t>• Page-aware / box-aware source metadata</a:t>
            </a:r>
            <a:br>
              <a:rPr dirty="0"/>
            </a:br>
            <a:r>
              <a:rPr dirty="0"/>
              <a:t>• Overview, Records, Timeline, Insights and Review surfaces</a:t>
            </a:r>
            <a:br>
              <a:rPr dirty="0"/>
            </a:br>
            <a:r>
              <a:rPr dirty="0"/>
              <a:t>• Duplicate detection and validation checks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101584" y="137160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7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66176" y="1847088"/>
            <a:ext cx="309981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IN" dirty="0"/>
              <a:t>• Current document intake uses uploaded medical PDFs.</a:t>
            </a:r>
            <a:br>
              <a:rPr lang="en-IN" dirty="0"/>
            </a:br>
            <a:r>
              <a:rPr lang="en-IN" dirty="0"/>
              <a:t>• Live transcript retrieval and incremental refinement are planned extensions.</a:t>
            </a:r>
            <a:br>
              <a:rPr lang="en-IN" dirty="0"/>
            </a:br>
            <a:r>
              <a:rPr lang="en-IN" dirty="0"/>
              <a:t>• Full-duplex retrieval performance has not been demonstrated in this presentation.</a:t>
            </a:r>
            <a:br>
              <a:rPr lang="en-IN" dirty="0"/>
            </a:br>
            <a:r>
              <a:rPr lang="en-IN" dirty="0"/>
              <a:t>• Accuracy and latency benchmarks are not reported here.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22B31D9-339B-0CE9-6C73-83EEED51FDA6}"/>
              </a:ext>
            </a:extLst>
          </p:cNvPr>
          <p:cNvSpPr/>
          <p:nvPr/>
        </p:nvSpPr>
        <p:spPr>
          <a:xfrm>
            <a:off x="8266176" y="1508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b="1" dirty="0">
                <a:solidFill>
                  <a:srgbClr val="6D28D9"/>
                </a:solidFill>
              </a:rPr>
              <a:t>Current scope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Our Solutions &amp; Architecture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Simple, inspectable pipeline from document intake to source verification.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9494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Upload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665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PDF + SHA-256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duplicate check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212848" y="2267712"/>
            <a:ext cx="347472" cy="384048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45059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F9D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57860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0F9D95"/>
          </a:solidFill>
          <a:ln w="12700">
            <a:solidFill>
              <a:srgbClr val="0F9D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61518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Screen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9689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medical / patient /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legibility checks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133088" y="2267712"/>
            <a:ext cx="347472" cy="384048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7083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9884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3542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Extract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1713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Gemini structured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facts + confidence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53328" y="2267712"/>
            <a:ext cx="347472" cy="384048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9107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1908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5566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Store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3737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Supabase records +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source metadata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973568" y="2267712"/>
            <a:ext cx="347472" cy="384048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21131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F27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33932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37590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5761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020" b="1" dirty="0">
                <a:solidFill>
                  <a:srgbClr val="172033"/>
                </a:solidFill>
              </a:rPr>
              <a:t>timeline + insights +</a:t>
            </a:r>
            <a:br>
              <a:rPr sz="1020" b="1" dirty="0">
                <a:solidFill>
                  <a:srgbClr val="172033"/>
                </a:solidFill>
              </a:rPr>
            </a:br>
            <a:r>
              <a:rPr sz="1020" b="1" dirty="0">
                <a:solidFill>
                  <a:srgbClr val="172033"/>
                </a:solidFill>
              </a:rPr>
              <a:t>verification queue</a:t>
            </a:r>
            <a:endParaRPr lang="en-US" sz="1020" b="1" dirty="0">
              <a:solidFill>
                <a:srgbClr val="172033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93808" y="2267712"/>
            <a:ext cx="347472" cy="384048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131552" y="1874520"/>
            <a:ext cx="1645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259568" y="2029968"/>
            <a:ext cx="603504" cy="292608"/>
          </a:xfrm>
          <a:prstGeom prst="roundRect">
            <a:avLst>
              <a:gd name="adj" fmla="val 12500"/>
            </a:avLst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296144" y="2093976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Verify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7856" y="24505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PDF page +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bounding box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14400" y="3822192"/>
            <a:ext cx="10287000" cy="1508760"/>
          </a:xfrm>
          <a:prstGeom prst="roundRect">
            <a:avLst>
              <a:gd name="adj" fmla="val 4848"/>
            </a:avLst>
          </a:prstGeom>
          <a:solidFill>
            <a:srgbClr val="F6F8FB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43000" y="4059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</a:rPr>
              <a:t>Evidence contract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43200" y="405079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document_id · source page · normalized bounding box · confidence · structured category · reviewer state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1143000" y="4617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</a:rPr>
              <a:t>Design choice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43200" y="45994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</a:rPr>
              <a:t>Keep the pipeline measurable and human-verifiable instead of hiding retrieval and evidence behind a heavy autonomous-agent loop.</a:t>
            </a:r>
            <a:endParaRPr lang="en-US" sz="11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Demo &amp; Product Walkthrough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D1DB7-115D-E44E-745D-F2332C1AC656}"/>
              </a:ext>
            </a:extLst>
          </p:cNvPr>
          <p:cNvGrpSpPr/>
          <p:nvPr/>
        </p:nvGrpSpPr>
        <p:grpSpPr>
          <a:xfrm>
            <a:off x="127110" y="1750850"/>
            <a:ext cx="3769223" cy="3421397"/>
            <a:chOff x="208259" y="1017825"/>
            <a:chExt cx="3246120" cy="2907792"/>
          </a:xfrm>
        </p:grpSpPr>
        <p:sp>
          <p:nvSpPr>
            <p:cNvPr id="26" name="Rounded Rectangle 25"/>
            <p:cNvSpPr/>
            <p:nvPr/>
          </p:nvSpPr>
          <p:spPr>
            <a:xfrm>
              <a:off x="208259" y="1017825"/>
              <a:ext cx="3246120" cy="290779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3DB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7" name="Picture 26" descr="overview_panel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411" y="1090977"/>
              <a:ext cx="3099816" cy="182880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72851" y="3011217"/>
              <a:ext cx="2916936" cy="7132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D2F48"/>
                  </a:solidFill>
                </a:defRPr>
              </a:pPr>
              <a:r>
                <a:t>1  Overview / Upload</a:t>
              </a:r>
            </a:p>
            <a:p>
              <a:pPr>
                <a:spcBef>
                  <a:spcPts val="300"/>
                </a:spcBef>
                <a:defRPr sz="950">
                  <a:solidFill>
                    <a:srgbClr val="52606B"/>
                  </a:solidFill>
                </a:defRPr>
              </a:pPr>
              <a:r>
                <a:t>Upload a synthetic PDF and inspect extracted records.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F4A8223-1D48-6CBC-ABED-DE35F965A883}"/>
              </a:ext>
            </a:extLst>
          </p:cNvPr>
          <p:cNvGrpSpPr/>
          <p:nvPr/>
        </p:nvGrpSpPr>
        <p:grpSpPr>
          <a:xfrm>
            <a:off x="3995626" y="1750851"/>
            <a:ext cx="3844510" cy="3443814"/>
            <a:chOff x="4191680" y="1932225"/>
            <a:chExt cx="3246120" cy="2907792"/>
          </a:xfrm>
        </p:grpSpPr>
        <p:sp>
          <p:nvSpPr>
            <p:cNvPr id="29" name="Rounded Rectangle 28"/>
            <p:cNvSpPr/>
            <p:nvPr/>
          </p:nvSpPr>
          <p:spPr>
            <a:xfrm>
              <a:off x="4191680" y="1932225"/>
              <a:ext cx="3246120" cy="290779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3DB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review_panel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64832" y="2005377"/>
              <a:ext cx="3099816" cy="18288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4356272" y="3925617"/>
              <a:ext cx="2916936" cy="7132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D2F48"/>
                  </a:solidFill>
                </a:defRPr>
              </a:pPr>
              <a:r>
                <a:t>2  Review / Verify</a:t>
              </a:r>
            </a:p>
            <a:p>
              <a:pPr>
                <a:spcBef>
                  <a:spcPts val="300"/>
                </a:spcBef>
                <a:defRPr sz="950">
                  <a:solidFill>
                    <a:srgbClr val="52606B"/>
                  </a:solidFill>
                </a:defRPr>
              </a:pPr>
              <a:r>
                <a:t>Open a fact and verify it against the source PDF.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E1C5FA-E615-2422-9487-900DB79D8D7F}"/>
              </a:ext>
            </a:extLst>
          </p:cNvPr>
          <p:cNvGrpSpPr/>
          <p:nvPr/>
        </p:nvGrpSpPr>
        <p:grpSpPr>
          <a:xfrm>
            <a:off x="8035068" y="1750851"/>
            <a:ext cx="3778979" cy="3421396"/>
            <a:chOff x="7849280" y="1932225"/>
            <a:chExt cx="3246120" cy="2907792"/>
          </a:xfrm>
        </p:grpSpPr>
        <p:sp>
          <p:nvSpPr>
            <p:cNvPr id="32" name="Rounded Rectangle 31"/>
            <p:cNvSpPr/>
            <p:nvPr/>
          </p:nvSpPr>
          <p:spPr>
            <a:xfrm>
              <a:off x="7849280" y="1932225"/>
              <a:ext cx="3246120" cy="290779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3DB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" name="Picture 32" descr="insights_panel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432" y="2005377"/>
              <a:ext cx="3099816" cy="18288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8013872" y="3925617"/>
              <a:ext cx="2916936" cy="7132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0D2F48"/>
                  </a:solidFill>
                </a:defRPr>
              </a:pPr>
              <a:r>
                <a:rPr dirty="0"/>
                <a:t>3  Insights / Trends</a:t>
              </a:r>
            </a:p>
            <a:p>
              <a:pPr>
                <a:spcBef>
                  <a:spcPts val="300"/>
                </a:spcBef>
                <a:defRPr sz="950">
                  <a:solidFill>
                    <a:srgbClr val="52606B"/>
                  </a:solidFill>
                </a:defRPr>
              </a:pPr>
              <a:r>
                <a:rPr dirty="0"/>
                <a:t>Show aggregated diagnoses, medications and lab results.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Tools and tech stack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Current repository: SagarNegi1/Locus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17282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Next.js App Router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React · TypeScript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Tailwind CSS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907792" y="14630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072384" y="1600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72384" y="1938528"/>
            <a:ext cx="17282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Radix / shadcn-style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Motion · Lucide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responsive dashboard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157216" y="14630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21808" y="1600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95"/>
                </a:solidFill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1938528"/>
            <a:ext cx="17282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Google Gemini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@google/genai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structured JSON extraction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406640" y="14630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71232" y="1600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71232" y="1938528"/>
            <a:ext cx="17282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Supabase Auth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PostgreSQL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Storage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656064" y="1463040"/>
            <a:ext cx="2057400" cy="3063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820656" y="1600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F6E"/>
                </a:solidFill>
              </a:rPr>
              <a:t>Documents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20656" y="1938528"/>
            <a:ext cx="17282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react-pdf / PDF.js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Google Document AI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5F6B7A"/>
                </a:solidFill>
              </a:rPr>
              <a:t>jsPDF / AutoTable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7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14400" y="5111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AI-assisted development disclosure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5010912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The team used Gemini, Antigravity and ChatGPT/Codex for planning, coding assistance, repository review and documentation. Team members are responsible for validating the final submission.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Impact &amp; Use case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A citation-first workflow for scattered medical records.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8F1"/>
          </a:solidFill>
          <a:ln w="12700">
            <a:solidFill>
              <a:srgbClr val="F4D7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User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314553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Medical history is scattered across lab reports, prescriptions, discharge summaries, imaging PDFs and notes. Manually reconstructing a reliable timeline is slow, and opaque AI summaries are difficult to trust.</a:t>
            </a:r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5FAFF"/>
          </a:solidFill>
          <a:ln w="12700">
            <a:solidFill>
              <a:srgbClr val="CFE0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35424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</a:rPr>
              <a:t>LOCUS 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35424" y="1847088"/>
            <a:ext cx="314553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dirty="0"/>
              <a:t>Upload → validate → extract structured facts → organize into Timeline → summarize in Insights → Review confidence + source evidence → manage Records → export/share only after human verification.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083296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3FBF9"/>
          </a:solidFill>
          <a:ln w="12700">
            <a:solidFill>
              <a:srgbClr val="CBE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47888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95"/>
                </a:solidFill>
              </a:rPr>
              <a:t>Intended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47888" y="1847088"/>
            <a:ext cx="3145536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IN" dirty="0"/>
              <a:t>LOCUS aims to reduce repeated document reading by organizing medical records and connecting extracted facts to their source evidence. Clinical accuracy and user benefits require further evaluation.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Innovation highlights, results and limitations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What is distinctive today — and what we do not overclaim.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FAFF"/>
          </a:solidFill>
          <a:ln w="12700">
            <a:solidFill>
              <a:srgbClr val="CFE0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DA2"/>
                </a:solidFill>
              </a:rPr>
              <a:t>Innovation highlights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5020056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t>• Citation-first fact cards</a:t>
            </a:r>
            <a:br/>
            <a:r>
              <a:t>• Confidence labels + page / bounding-box metadata</a:t>
            </a:r>
            <a:br/>
            <a:r>
              <a:t>• SHA-256 duplicate PDF detection</a:t>
            </a:r>
            <a:br/>
            <a:r>
              <a:t>• Wrong-patient / non-medical / legibility checks</a:t>
            </a:r>
            <a:br/>
            <a:r>
              <a:t>• Overview, Records, Timeline and Insights workspace</a:t>
            </a:r>
            <a:br/>
            <a:r>
              <a:t>• Verification Queue with approve/reject + source PDF</a:t>
            </a:r>
            <a:br/>
            <a:r>
              <a:t>• Time-bound sharing, export and deletion flows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236208" y="13716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3FBF9"/>
          </a:solidFill>
          <a:ln w="12700">
            <a:solidFill>
              <a:srgbClr val="CBE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F6E"/>
                </a:solidFill>
              </a:rPr>
              <a:t>Evidence shown in final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47088"/>
            <a:ext cx="497433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sz="1600" dirty="0">
                <a:solidFill>
                  <a:srgbClr val="5F6B7A"/>
                </a:solidFill>
              </a:rPr>
              <a:t>• Valid PDF upload and structured processing</a:t>
            </a:r>
            <a:br>
              <a:rPr sz="1600" dirty="0">
                <a:solidFill>
                  <a:srgbClr val="5F6B7A"/>
                </a:solidFill>
              </a:rPr>
            </a:br>
            <a:r>
              <a:rPr sz="1600" dirty="0">
                <a:solidFill>
                  <a:srgbClr val="5F6B7A"/>
                </a:solidFill>
              </a:rPr>
              <a:t>• Timeline / Insights extracted facts</a:t>
            </a:r>
            <a:br>
              <a:rPr sz="1600" dirty="0">
                <a:solidFill>
                  <a:srgbClr val="5F6B7A"/>
                </a:solidFill>
              </a:rPr>
            </a:br>
            <a:r>
              <a:rPr sz="1600" dirty="0">
                <a:solidFill>
                  <a:srgbClr val="5F6B7A"/>
                </a:solidFill>
              </a:rPr>
              <a:t>• Verification Queue + source-document click-through</a:t>
            </a:r>
            <a:br>
              <a:rPr sz="1600" dirty="0">
                <a:solidFill>
                  <a:srgbClr val="5F6B7A"/>
                </a:solidFill>
              </a:rPr>
            </a:br>
            <a:r>
              <a:rPr sz="1600" dirty="0">
                <a:solidFill>
                  <a:srgbClr val="5F6B7A"/>
                </a:solidFill>
              </a:rPr>
              <a:t>• Duplicate / invalid-upload handling</a:t>
            </a:r>
            <a:br>
              <a:rPr sz="1600" dirty="0">
                <a:solidFill>
                  <a:srgbClr val="5F6B7A"/>
                </a:solidFill>
              </a:rPr>
            </a:br>
            <a:r>
              <a:rPr sz="1600" dirty="0">
                <a:solidFill>
                  <a:srgbClr val="5F6B7A"/>
                </a:solidFill>
              </a:rPr>
              <a:t>• Records + share/export flows where verified</a:t>
            </a:r>
            <a:br>
              <a:rPr sz="1600" dirty="0">
                <a:solidFill>
                  <a:srgbClr val="5F6B7A"/>
                </a:solidFill>
              </a:rPr>
            </a:br>
            <a:r>
              <a:rPr sz="1600" dirty="0">
                <a:solidFill>
                  <a:srgbClr val="5F6B7A"/>
                </a:solidFill>
              </a:rPr>
              <a:t>• Final README / AI disclosure / release tag</a:t>
            </a:r>
            <a:endParaRPr lang="en-US" sz="1600" dirty="0">
              <a:solidFill>
                <a:srgbClr val="5F6B7A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6208" y="36118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FF7F7"/>
          </a:solidFill>
          <a:ln w="12700">
            <a:solidFill>
              <a:srgbClr val="F2C9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374904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45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087368"/>
            <a:ext cx="497433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• Hackathon prototype — not a medical device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• AI output can be incomplete or incorrectly cited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• No real patient data in the public demo</a:t>
            </a:r>
            <a:endParaRPr lang="en-US" sz="1600" dirty="0"/>
          </a:p>
          <a:p>
            <a:r>
              <a:rPr lang="en-IN" sz="1600" dirty="0">
                <a:solidFill>
                  <a:srgbClr val="5F6B7A"/>
                </a:solidFill>
              </a:rPr>
              <a:t>• Accuracy and latency benchmarks are not reported in this presentation.</a:t>
            </a:r>
            <a:br>
              <a:rPr lang="en-IN" sz="1600" dirty="0">
                <a:solidFill>
                  <a:srgbClr val="5F6B7A"/>
                </a:solidFill>
              </a:rPr>
            </a:br>
            <a:r>
              <a:rPr lang="en-IN" sz="1600" dirty="0">
                <a:solidFill>
                  <a:srgbClr val="5F6B7A"/>
                </a:solidFill>
              </a:rPr>
              <a:t>• Full-duplex streaming RAG remains a planned extension.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What’s next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Turn the citation-first foundation into a fully measured Streaming Live RAG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8096" y="1389888"/>
            <a:ext cx="438912" cy="43891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86968" y="155448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4416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Finalize evidence navigation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33502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Verify source-page navigation and citation behavior across multi-page PDFs.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7552" y="1847088"/>
            <a:ext cx="0" cy="41148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68096" y="2286000"/>
            <a:ext cx="438912" cy="43891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245973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2402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Add live transcript / replay path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223113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Start retrieval as soon as enough context is available; preserve session-only state.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7552" y="2743200"/>
            <a:ext cx="0" cy="41148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68096" y="3182112"/>
            <a:ext cx="438912" cy="43891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" y="33009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25983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Add multi-query retrieval +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fusion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31272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Split compound requests, retrieve in parallel, deduplicate and rerank evidence.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7552" y="3639312"/>
            <a:ext cx="0" cy="41148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68096" y="4078224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77824" y="41970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03250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Implement delta refinement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40233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When a new constraint arrives, update only affected claims and keep valid evidence.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7552" y="4535424"/>
            <a:ext cx="0" cy="41148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68096" y="4974336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77824" y="50932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9286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742"/>
                </a:solidFill>
              </a:rPr>
              <a:t>Measure + package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7640" y="491947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dirty="0"/>
              <a:t>Evaluate </a:t>
            </a:r>
            <a:r>
              <a:rPr lang="en-IN" sz="1050" dirty="0" err="1"/>
              <a:t>groundedness</a:t>
            </a:r>
            <a:r>
              <a:rPr lang="en-IN" sz="1050" dirty="0"/>
              <a:t>, retrieval recall, latency and cost using recorded test runs.</a:t>
            </a: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6360B625-41F0-19E7-DC46-688052CCF265}"/>
              </a:ext>
            </a:extLst>
          </p:cNvPr>
          <p:cNvSpPr/>
          <p:nvPr/>
        </p:nvSpPr>
        <p:spPr>
          <a:xfrm>
            <a:off x="886968" y="246888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28EBF0DE-37FE-1485-493B-427ABBCE7605}"/>
              </a:ext>
            </a:extLst>
          </p:cNvPr>
          <p:cNvSpPr/>
          <p:nvPr/>
        </p:nvSpPr>
        <p:spPr>
          <a:xfrm>
            <a:off x="886450" y="334566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502D27B7-F2FD-CEE0-2EAC-2896C1C9B4B0}"/>
              </a:ext>
            </a:extLst>
          </p:cNvPr>
          <p:cNvSpPr/>
          <p:nvPr/>
        </p:nvSpPr>
        <p:spPr>
          <a:xfrm>
            <a:off x="877824" y="4249113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CD51CDF-E67B-36ED-83D7-6E7286036AD6}"/>
              </a:ext>
            </a:extLst>
          </p:cNvPr>
          <p:cNvSpPr/>
          <p:nvPr/>
        </p:nvSpPr>
        <p:spPr>
          <a:xfrm>
            <a:off x="886968" y="51435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Brownie points slide( differentiation)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Why LOCUS is more than another document-summary UI.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4416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7FAFF"/>
          </a:solidFill>
          <a:ln w="12700">
            <a:solidFill>
              <a:srgbClr val="D5E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636776"/>
            <a:ext cx="530352" cy="53035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8196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99616" y="15453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Click-to-verify evidence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99616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reviewer can move from a fact directly back to its source page / region</a:t>
            </a:r>
            <a:r>
              <a:rPr lang="en-US" sz="980" dirty="0">
                <a:solidFill>
                  <a:srgbClr val="172033"/>
                </a:solidFill>
              </a:rPr>
              <a:t>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90488" y="134416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AF7FF"/>
          </a:solidFill>
          <a:ln w="12700">
            <a:solidFill>
              <a:srgbClr val="E4D8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55080" y="1636776"/>
            <a:ext cx="530352" cy="5303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92240" y="18196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♻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31736" y="15453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Deterministic duplicate control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1736" y="1874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SHA-256 duplicate detection blocks repeated uploads before expensive processing.</a:t>
            </a:r>
          </a:p>
        </p:txBody>
      </p:sp>
      <p:sp>
        <p:nvSpPr>
          <p:cNvPr id="14" name="Shape 12"/>
          <p:cNvSpPr/>
          <p:nvPr/>
        </p:nvSpPr>
        <p:spPr>
          <a:xfrm>
            <a:off x="658368" y="285292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7FAFF"/>
          </a:solidFill>
          <a:ln w="12700">
            <a:solidFill>
              <a:srgbClr val="D5E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" y="3145536"/>
            <a:ext cx="530352" cy="53035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60120" y="33284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99616" y="3054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Structured clinical schema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99616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72033"/>
                </a:solidFill>
              </a:rPr>
              <a:t>Facts are typed into diagnoses, medications, labs, allergies, procedures, vitals, codes and more.</a:t>
            </a:r>
          </a:p>
        </p:txBody>
      </p:sp>
      <p:sp>
        <p:nvSpPr>
          <p:cNvPr id="19" name="Shape 17"/>
          <p:cNvSpPr/>
          <p:nvPr/>
        </p:nvSpPr>
        <p:spPr>
          <a:xfrm>
            <a:off x="6190488" y="285292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AF7FF"/>
          </a:solidFill>
          <a:ln w="12700">
            <a:solidFill>
              <a:srgbClr val="E4D8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55080" y="3145536"/>
            <a:ext cx="530352" cy="5303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33284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31736" y="3054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Human-in-the-loop review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31736" y="3383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72033"/>
                </a:solidFill>
              </a:rPr>
              <a:t>Confidence, source metadata and review workflows keep clinicians/users in control.</a:t>
            </a:r>
          </a:p>
        </p:txBody>
      </p:sp>
      <p:sp>
        <p:nvSpPr>
          <p:cNvPr id="24" name="Shape 22"/>
          <p:cNvSpPr/>
          <p:nvPr/>
        </p:nvSpPr>
        <p:spPr>
          <a:xfrm>
            <a:off x="658368" y="436168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7FAFF"/>
          </a:solidFill>
          <a:ln w="12700">
            <a:solidFill>
              <a:srgbClr val="D5E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2960" y="4654296"/>
            <a:ext cx="530352" cy="530352"/>
          </a:xfrm>
          <a:prstGeom prst="ellipse">
            <a:avLst/>
          </a:prstGeom>
          <a:solidFill>
            <a:srgbClr val="0B4DA2"/>
          </a:solidFill>
          <a:ln w="12700">
            <a:solidFill>
              <a:srgbClr val="0B4D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5608" y="4745736"/>
            <a:ext cx="35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⚑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99616" y="45628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Safety-oriented input screening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99616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Non-medical, wrong-patient, poor-legibility and unsupported-language inputs can be rejected or flagged.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4361688"/>
            <a:ext cx="5120640" cy="1261872"/>
          </a:xfrm>
          <a:prstGeom prst="roundRect">
            <a:avLst>
              <a:gd name="adj" fmla="val 5072"/>
            </a:avLst>
          </a:prstGeom>
          <a:solidFill>
            <a:srgbClr val="FAF7FF"/>
          </a:solidFill>
          <a:ln w="12700">
            <a:solidFill>
              <a:srgbClr val="E4D8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355080" y="4654296"/>
            <a:ext cx="530352" cy="5303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04662" y="4837521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↗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031736" y="45628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50" b="1" dirty="0">
                <a:solidFill>
                  <a:srgbClr val="0F2742"/>
                </a:solidFill>
              </a:rPr>
              <a:t>Time-bound sharing</a:t>
            </a:r>
            <a:endParaRPr lang="en-US" sz="1250" b="1" dirty="0">
              <a:solidFill>
                <a:srgbClr val="0F2742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31736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sz="1200" dirty="0">
                <a:solidFill>
                  <a:srgbClr val="172033"/>
                </a:solidFill>
              </a:rPr>
              <a:t>Read-only share links can expire after 24 hours, 3 days or 7 days in the current UI.</a:t>
            </a:r>
            <a:endParaRPr lang="en-US" sz="1200" dirty="0">
              <a:solidFill>
                <a:srgbClr val="172033"/>
              </a:solidFill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0D2F48"/>
                </a:solidFill>
              </a:rPr>
              <a:t>Checklist- Updated on Public GitHub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536192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00784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Source code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4160520" y="1664208"/>
            <a:ext cx="1627632" cy="329184"/>
          </a:xfrm>
          <a:prstGeom prst="roundRect">
            <a:avLst>
              <a:gd name="adj" fmla="val 11111"/>
            </a:avLst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251960" y="1746504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YES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080760" y="16916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https://github.com/SagarNegi1/Locus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49808" y="2258568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README + reproducible setup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60520" y="2386584"/>
            <a:ext cx="1627632" cy="329184"/>
          </a:xfrm>
          <a:prstGeom prst="roundRect">
            <a:avLst>
              <a:gd name="adj" fmla="val 11111"/>
            </a:avLst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251960" y="2468880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YES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6080760" y="241401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README.md + requirement.txt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49808" y="2980944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3145536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Presentation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160520" y="3108960"/>
            <a:ext cx="1627632" cy="329184"/>
          </a:xfrm>
          <a:prstGeom prst="roundRect">
            <a:avLst>
              <a:gd name="adj" fmla="val 11111"/>
            </a:avLst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51960" y="3191256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YES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080760" y="313639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20" dirty="0">
                <a:solidFill>
                  <a:srgbClr val="172033"/>
                </a:solidFill>
              </a:rPr>
              <a:t>VITV_TeamKraken_Submission_FINAL.pptx</a:t>
            </a:r>
            <a:endParaRPr lang="en-US" sz="1020" dirty="0">
              <a:solidFill>
                <a:srgbClr val="172033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808" y="3703320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AI disclosure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160520" y="3831336"/>
            <a:ext cx="1627632" cy="329184"/>
          </a:xfrm>
          <a:prstGeom prst="roundRect">
            <a:avLst>
              <a:gd name="adj" fmla="val 11111"/>
            </a:avLst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51960" y="3913632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YES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080760" y="38587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AI_DISCLOSURE.md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49808" y="4425696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60120" y="4590288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Demo video (≤ 5 min)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251960" y="4636008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30" dirty="0"/>
          </a:p>
        </p:txBody>
      </p:sp>
      <p:sp>
        <p:nvSpPr>
          <p:cNvPr id="28" name="Text 26"/>
          <p:cNvSpPr>
            <a:spLocks/>
          </p:cNvSpPr>
          <p:nvPr/>
        </p:nvSpPr>
        <p:spPr>
          <a:xfrm>
            <a:off x="6080760" y="458114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hlinkClick r:id="rId3"/>
              </a:rPr>
              <a:t>GOOGLE DRIVE LINK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49808" y="5148072"/>
            <a:ext cx="10698480" cy="612648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12700">
            <a:solidFill>
              <a:srgbClr val="D8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60120" y="5312664"/>
            <a:ext cx="3154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F2742"/>
                </a:solidFill>
              </a:rPr>
              <a:t>Release tag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160520" y="5276088"/>
            <a:ext cx="1627632" cy="329184"/>
          </a:xfrm>
          <a:prstGeom prst="roundRect">
            <a:avLst>
              <a:gd name="adj" fmla="val 1111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251960" y="5358384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AFTER FINAL COMMIT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6080760" y="53035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33"/>
                </a:solidFill>
              </a:rPr>
              <a:t>PRISM_GENAI_HACKATHON_Y2026</a:t>
            </a:r>
            <a:endParaRPr lang="en-US" sz="10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4529F5-7820-F165-8D0C-EA36A1941210}"/>
              </a:ext>
            </a:extLst>
          </p:cNvPr>
          <p:cNvGrpSpPr/>
          <p:nvPr/>
        </p:nvGrpSpPr>
        <p:grpSpPr>
          <a:xfrm>
            <a:off x="4160520" y="4567428"/>
            <a:ext cx="1627632" cy="329184"/>
            <a:chOff x="3776893" y="4718304"/>
            <a:chExt cx="1627632" cy="329184"/>
          </a:xfrm>
        </p:grpSpPr>
        <p:sp>
          <p:nvSpPr>
            <p:cNvPr id="34" name="Shape 19">
              <a:extLst>
                <a:ext uri="{FF2B5EF4-FFF2-40B4-BE49-F238E27FC236}">
                  <a16:creationId xmlns:a16="http://schemas.microsoft.com/office/drawing/2014/main" id="{4B85C821-7F67-065B-93EF-0202F9F83461}"/>
                </a:ext>
              </a:extLst>
            </p:cNvPr>
            <p:cNvSpPr/>
            <p:nvPr/>
          </p:nvSpPr>
          <p:spPr>
            <a:xfrm>
              <a:off x="3776893" y="4718304"/>
              <a:ext cx="1627632" cy="329184"/>
            </a:xfrm>
            <a:prstGeom prst="roundRect">
              <a:avLst>
                <a:gd name="adj" fmla="val 11111"/>
              </a:avLst>
            </a:prstGeom>
            <a:solidFill>
              <a:srgbClr val="0F9F6E"/>
            </a:solidFill>
            <a:ln w="12700">
              <a:solidFill>
                <a:srgbClr val="0F9F6E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 20">
              <a:extLst>
                <a:ext uri="{FF2B5EF4-FFF2-40B4-BE49-F238E27FC236}">
                  <a16:creationId xmlns:a16="http://schemas.microsoft.com/office/drawing/2014/main" id="{C0CEEA13-C2C6-AFFF-B763-476AB6C8683C}"/>
                </a:ext>
              </a:extLst>
            </p:cNvPr>
            <p:cNvSpPr/>
            <p:nvPr/>
          </p:nvSpPr>
          <p:spPr>
            <a:xfrm>
              <a:off x="3868333" y="4800600"/>
              <a:ext cx="144475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30" b="1" dirty="0">
                  <a:solidFill>
                    <a:srgbClr val="FFFFFF"/>
                  </a:solidFill>
                </a:rPr>
                <a:t>YES</a:t>
              </a:r>
              <a:endParaRPr lang="en-US" sz="83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0F2742"/>
                </a:solidFill>
              </a:rPr>
              <a:t>Thank you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13232" y="1828800"/>
            <a:ext cx="475488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</a:rPr>
              <a:t>LOCUS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</a:rPr>
              <a:t>Theme 04 — Streaming Live RAG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4DA2"/>
                </a:solidFill>
              </a:rPr>
              <a:t>Team Kraken · VITV / VIT Vellore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https://github.com/SagarNegi1/Locus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63640" y="4603605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dirty="0"/>
              <a:t>Citation-first medical intelligence</a:t>
            </a:r>
            <a:br>
              <a:rPr dirty="0"/>
            </a:br>
            <a:r>
              <a:rPr dirty="0"/>
              <a:t>Source-backed facts · Human verification · Latest LOCUS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WhatsApp Image 2026-09-30 at 10.58.37 PM(1).jpeg"/>
          <p:cNvPicPr>
            <a:picLocks noChangeAspect="1"/>
          </p:cNvPicPr>
          <p:nvPr/>
        </p:nvPicPr>
        <p:blipFill>
          <a:blip r:embed="rId3"/>
          <a:srcRect r="1176"/>
          <a:stretch>
            <a:fillRect/>
          </a:stretch>
        </p:blipFill>
        <p:spPr>
          <a:xfrm>
            <a:off x="6080760" y="960120"/>
            <a:ext cx="5150832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1232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VIT Vellore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VITV_TeamKraken_Submission</dc:title>
  <dc:subject>Samsung PRISM Gen AI Hackathon 2026 - Theme 04</dc:subject>
  <dc:creator>Team Kraken</dc:creator>
  <cp:lastModifiedBy>Kartik Yadav</cp:lastModifiedBy>
  <cp:revision>1</cp:revision>
  <dcterms:created xsi:type="dcterms:W3CDTF">2026-09-30T17:26:18Z</dcterms:created>
  <dcterms:modified xsi:type="dcterms:W3CDTF">2026-09-30T18:13:30Z</dcterms:modified>
</cp:coreProperties>
</file>